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F65516-DCE1-ED30-0AC3-8ED25167B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BB3A0AE-D973-C1E0-AE96-3D49A9E929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D7E322-A771-07D6-1789-6B2AB0C51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E599-487D-4AB6-B4D3-27DD0E666063}" type="datetimeFigureOut">
              <a:rPr lang="fr-FR" smtClean="0"/>
              <a:t>17/01/2026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962DCC-F385-3858-31E0-1E5ED538D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FC6A04-662F-2037-8EF1-80BFA4A9B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404BA-D4A3-4374-8E60-22689D5200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6335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0EFCA0-AF9A-2324-6375-67C1D5AE8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97F7E7-B7F0-F3BF-34FB-48FB42217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2ED08C-1F8E-B863-ED02-B0C9291D0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E599-487D-4AB6-B4D3-27DD0E666063}" type="datetimeFigureOut">
              <a:rPr lang="fr-FR" smtClean="0"/>
              <a:t>17/01/2026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54CF49C-1461-A280-CD3A-1EB5F6EF7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9271505-8A3B-D5C1-BDDB-B47240993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404BA-D4A3-4374-8E60-22689D5200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3662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4A5302-8030-0C33-E72A-881288D77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A1938D-D989-73B4-25A3-B3733B358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C20A88-31B8-531D-C5D5-D69557C77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E599-487D-4AB6-B4D3-27DD0E666063}" type="datetimeFigureOut">
              <a:rPr lang="fr-FR" smtClean="0"/>
              <a:t>17/01/2026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293F67-67E2-BB13-37F6-F3E96C771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CA2820-7054-EF26-FFB5-B12A95A55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404BA-D4A3-4374-8E60-22689D5200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547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CE6BA4-39E1-3C68-F004-962DA6BEE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947205-479E-6C26-76AE-7032EDEEAA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77E2F52-8E5A-5D5A-AE1C-55D7EB1399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3ED2C34-41CC-BED2-C4E1-73138DD14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E599-487D-4AB6-B4D3-27DD0E666063}" type="datetimeFigureOut">
              <a:rPr lang="fr-FR" smtClean="0"/>
              <a:t>17/01/2026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C94DE8F-636D-5A18-2972-CA86DD139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4D689E3-AAB7-16B1-9690-B076CFF8D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404BA-D4A3-4374-8E60-22689D5200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9334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E2F879-12F5-91DB-5E6F-B522FE3E4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3949391-68D3-51AA-B1B8-0EE03050F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19C911D-3B86-A2C1-E7B4-8F095DD11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48D7F72-2489-412C-BAFF-5855A6CF8E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DA25F6E-E158-795F-7B8A-EAFBB66FA7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78FE8CA-F8CF-86A1-4B03-F512EF820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E599-487D-4AB6-B4D3-27DD0E666063}" type="datetimeFigureOut">
              <a:rPr lang="fr-FR" smtClean="0"/>
              <a:t>17/01/2026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5E88AB4-6637-0636-4567-71D4A606C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EED6130-DA89-2B73-96E7-47247E70A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404BA-D4A3-4374-8E60-22689D5200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0773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EE2616-F442-6D65-EA0A-8C047372D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E25D3C9-BFCD-17E8-88F2-1B7282224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E599-487D-4AB6-B4D3-27DD0E666063}" type="datetimeFigureOut">
              <a:rPr lang="fr-FR" smtClean="0"/>
              <a:t>17/01/2026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9EBEB44-4BDF-408F-EFB0-5ADBBA1D7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3EBF518-9127-68BF-9C73-33AA6B33A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404BA-D4A3-4374-8E60-22689D5200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3763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8A92116-52A9-F62D-1561-DB10B745D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E599-487D-4AB6-B4D3-27DD0E666063}" type="datetimeFigureOut">
              <a:rPr lang="fr-FR" smtClean="0"/>
              <a:t>17/01/2026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EEB9A3A-6725-0CE1-644F-382E9E8A0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BFC894-D0EF-BAC2-319A-FB64D0CA7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404BA-D4A3-4374-8E60-22689D5200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0746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4B00CB-2D1F-B4D7-2A5D-62F0C774B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D85C9A-1712-EB39-EA5C-14EF59E89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55BA1F5-043A-ECAD-7B75-7345827A1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6A8DF55-6C8E-3AD4-4834-E042BC4B7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E599-487D-4AB6-B4D3-27DD0E666063}" type="datetimeFigureOut">
              <a:rPr lang="fr-FR" smtClean="0"/>
              <a:t>17/01/2026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FF3ABE1-27F9-E493-29E2-A9FE23344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031559E-00A7-9C18-A0B0-25149407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404BA-D4A3-4374-8E60-22689D5200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824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D1A223-70E6-AFA1-AFEE-71B2FFBC4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7C731A3-ACD5-1F5D-FB14-0312B5DB31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D2234C0-9D84-FEAA-D3AF-54943DBCFF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AF8699E-9BE0-6DB6-80F7-C21D3FBFE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E599-487D-4AB6-B4D3-27DD0E666063}" type="datetimeFigureOut">
              <a:rPr lang="fr-FR" smtClean="0"/>
              <a:t>17/01/2026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5CE745A-066E-0100-5042-945A97BEE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ADD90C1-9BC9-C4E1-9D29-2442F66C5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404BA-D4A3-4374-8E60-22689D5200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595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B83D7E-1A15-5FA7-D902-B61462461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B6AC1FB-5312-DE2E-EA80-1211C38E3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B2B71B-A1EA-EDD8-DFCB-C15A47980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E599-487D-4AB6-B4D3-27DD0E666063}" type="datetimeFigureOut">
              <a:rPr lang="fr-FR" smtClean="0"/>
              <a:t>17/01/2026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B72D3F-0C20-B588-5F6C-7D7D7B2F1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07A1D1-44EE-F51D-1C1B-F70D91511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404BA-D4A3-4374-8E60-22689D5200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9280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751A78E-6E1D-77B2-8BA9-B4C28B7E70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31BD03E-8271-E320-8717-5C483EF35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6840AD7-2AD8-D806-79DE-01C5BFED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E599-487D-4AB6-B4D3-27DD0E666063}" type="datetimeFigureOut">
              <a:rPr lang="fr-FR" smtClean="0"/>
              <a:t>17/01/2026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F0D8985-7E31-ABC1-7918-312962FE4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5D3699-F206-7133-DA4B-AB480D5D8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404BA-D4A3-4374-8E60-22689D5200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0597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B225372-DC50-A734-754F-2CDCE58CD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15FBCA-DA1C-1FCC-5788-A5D990D78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54DF31-0351-B12B-7B92-9C3463E016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EEE599-487D-4AB6-B4D3-27DD0E666063}" type="datetimeFigureOut">
              <a:rPr lang="fr-FR" smtClean="0"/>
              <a:t>17/01/2026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CF0806-52C6-EB10-3B6D-679E83A97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7A2112A-9532-96C4-9E84-280F9328B8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404BA-D4A3-4374-8E60-22689D5200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0432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6874DB3B-62ED-5198-855F-B3AFF6D32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240" y="0"/>
            <a:ext cx="67095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320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C66229-50A5-10BB-85AC-8D52F7B5BF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BFA6BF1-C904-E4AC-7CD5-B8BFB2A038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232372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Grand écran</PresentationFormat>
  <Paragraphs>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 KATTOUFI YOUSSEF</dc:creator>
  <cp:lastModifiedBy>EL KATTOUFI YOUSSEF</cp:lastModifiedBy>
  <cp:revision>1</cp:revision>
  <dcterms:created xsi:type="dcterms:W3CDTF">2026-01-17T22:09:12Z</dcterms:created>
  <dcterms:modified xsi:type="dcterms:W3CDTF">2026-01-17T22:22:20Z</dcterms:modified>
</cp:coreProperties>
</file>